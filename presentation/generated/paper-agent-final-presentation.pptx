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6A6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">
    <p:bg>
      <p:bgPr>
        <a:solidFill>
          <a:srgbClr val="6A6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12648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Військовий інститут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телекомунікацій та інформатизації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імені Героїв Крут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6916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Дисципліна: AI Agent 기반 도메인 문제 해결 프로젝트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Лекційне заняття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Змістовий модуль Final Team Project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Заняття Paper Agent: From Black-Box AI to Traceable and Trustworthy Research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0" y="3840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Старший викладач кафедри Комп'ютерних наук та інтелектуальних технологій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майор	Дмитро УСТИНОВ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36576"/>
            <a:ext cx="420624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발표 구성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Problem: The Traceability Gap (문제 정의)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Architecture: Agent-as-a-Module (설계 근거)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Implementation: Deployed Rigor (구현)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Live Demo Sequence (데모)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 Benchmark &amp; Results: Quality over Popularity (평가)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 Ethics: Algorithmic Gatekeeping (한계 및 윤리)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 Conclusion (결론)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Problem: The Traceability Gap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Review Bottleneck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Business-school literature review는 고도의 엄밀성이 요구되나, 현재 도구들은 파편화되어 있습니다.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Fragmentation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WoS(검색), Crossref(검증), Unpaywall(접근) 사이의 전환 비용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Opaque Selection Bias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왜 이 논문이 선택되었는지에 대한 근거 유실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LLM Risk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"Black-box"형 AI의 환각 및 학술적 gatekeeping 무력화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단일 LLM 호출은 신뢰할 수 있는 학술적 증거를 보장하지 못합니다.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Architecture: Agent-as-a-Module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12-Step "White-box" Workflow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Design Rationale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1-2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Planner/Selector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학술지 품질 기준(FT50, S급) 강제 집행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3-5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Retriever/Verifier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실시간 API 연동 및 DOI 기반 무결성 검증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6-9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Scoring/Ranking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다중 지표(Relevance, Journal Fit, Recency) 가중 정렬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10-12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Critic/Reporting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환각 감지 및 서사적 리포트(Findings/Gaps) 생성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Multi-Agent?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분리된 Agent Trace는 "White-box" 연구 환경을 제공합니다.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 Isolation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특정 단계(예: 원문 확보)의 실패가 전체 파이프라인을 오염시키지 않음.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Auditability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각 단계의 입력/출력/의도가 D1에 영구 기록되어 인간 연구자가 검증 가능.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System Implementation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Deployed Rigor (Cloudflare Stack)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Cloudflare Pages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Interactive Research Studio UI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Cloudflare Worker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12-stage Multi-Agent Pipeline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Cloudflare D1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Job Traces &amp; Metadata Persistence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Cloudflare R2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Narrative Report (PDF/XLSX) Storage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AI / Vectorize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Opt-in semantic scoring and qualitative critic paths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Demo Sequence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Keyword to Narrative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Studio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검색어 입력 및 실시간 진행 확인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Board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12단계 에이전트의 실행 로그(Trace) 감시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Detail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점수 산출 근거(Score Breakdown) 확인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Synthesis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Findings, Themes, Gaps가 포함된 서사적 리포트 다운로드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Evaluation &amp; Results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Paper-Agent-Bench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Reproduction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저장소 기반의 엄격한 벤치마크 (20 Tasks)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Integrity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DOI 기반 Gold Label 매칭 및 자동 감사 스크립트 실행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Metrics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Precision@5, NDCG@5,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Top-Journal Precision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Proposed vs Single-LLM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T001-T003 제어 레이어 결과: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 Agent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 Top-Journal Precision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100% DOI Presence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Single-LLM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높은 Overlap을 보이나 품질 준수율(93%) 및 실시간 검색 실행력 부재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Claim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본 시스템은 단순한 타이틀 나열이 아니라,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검증 가능한 학술 워크플로우를 기록하고 집행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Limitations And Ethics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Algorithmic Gatekeeping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Selection Bias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승인된 저널 리스트(Allowlist) 외부의 신규/학간 연구 배제 가능성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Critic Bias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정성적 평가 에이전트의 판단 기준에 대한 지속적 모니터링 필요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Ethical Guideline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본 도구는 의사결정 지원 도구이며, 인간의 비판적 읽기를 대체할 수 없음.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 Conclusion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Beyond Generative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Agent는 학계가 요구하는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책임성(Accountability)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과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재현성(Reproducibility)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을 AI 에이전트 설계로 구현했습니다.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12단계 모듈형 아키텍처를 통한 투명성 확보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실시간 학술 데이터 연동을 통한 무결성 보장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Cloudflare 기반의 확장 가능하고 재현 가능한 배포 모델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Work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20개 Task 전체 Proposed Agent 런타임 벤치마크 완결 및 의미론적 인용 맵핑 고도화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ДЯКУЮ ЗА УВАГУ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977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Військовий інститут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телекомунікацій та інформатизації імені Героїв Крут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1188720"/>
            <a:ext cx="420624" cy="52120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931920"/>
            <a:ext cx="27432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Військовий інститут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Дмитро УСТИНОВ</dc:creator>
  <cp:lastModifiedBy>Дмитро УСТИНОВ</cp:lastModifiedBy>
  <cp:revision>1</cp:revision>
  <dcterms:created xsi:type="dcterms:W3CDTF">2026-05-29T13:19:57Z</dcterms:created>
  <dcterms:modified xsi:type="dcterms:W3CDTF">2026-05-29T13:19:57Z</dcterms:modified>
</cp:coreProperties>
</file>